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5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SEO Performance Analysis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SEO Performance Analysis — Methodology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1595120"/>
            <a:ext cx="10883900" cy="4582160"/>
          </a:xfrm>
        </p:spPr>
        <p:txBody>
          <a:bodyPr/>
          <a:p>
            <a:pPr marL="0" indent="0">
              <a:buNone/>
            </a:pPr>
            <a:r>
              <a:rPr lang="en-US"/>
              <a:t>.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92455" y="1466850"/>
          <a:ext cx="10898505" cy="3973830"/>
        </p:xfrm>
        <a:graphic>
          <a:graphicData uri="http://schemas.openxmlformats.org/drawingml/2006/table">
            <a:tbl>
              <a:tblPr/>
              <a:tblGrid>
                <a:gridCol w="3632835"/>
                <a:gridCol w="3632835"/>
                <a:gridCol w="3632835"/>
              </a:tblGrid>
              <a:tr h="260985">
                <a:tc>
                  <a:txBody>
                    <a:bodyPr/>
                    <a:p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1685"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0"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260985" y="1239520"/>
          <a:ext cx="11529060" cy="529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3020"/>
                <a:gridCol w="3843020"/>
                <a:gridCol w="3843020"/>
              </a:tblGrid>
              <a:tr h="538480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Section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What to write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Example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Data Sources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Mention where the dataset comes from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“Google Search Console keyword data + competitive rankings (France, Brazil, Italy, English markets)”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Tools Used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Show your tech stack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“Python (Pandas, Matplotlib, Seaborn), Google Colab / Jupyter Notebook”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2286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Steps Performed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Bullet points for your workflow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Loaded and cleaned dataset 2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Analyzed keyword performance (clicks, CTR, avg position) 3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Compared country performance 4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Identified high volume / low rank keywords 5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Benchmarked vs competitors 6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️</a:t>
                      </a: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⃣ Summarized insights + recommendations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Goal of Analysis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 sentence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“Translate raw SEO data into actionable insights to improve organic search performance.”</a:t>
                      </a:r>
                      <a:endParaRPr lang="en-US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Key Insights and Performance Highlights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854075" y="1936750"/>
          <a:ext cx="10483850" cy="4241165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605790"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Country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Clicks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CTR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Avg Position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Key Takeaway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1580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FR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25 K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3.2 %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6.1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visibility → low CTR = meta tag improvement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221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BR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9 K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6.5 %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5.4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engagement → expand Portuguese content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1580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IT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3 K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2.1 %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8.3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Underdeveloped market → new localized pages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Top Keywords &amp; Opportunities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57960" y="2376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854075" y="1467485"/>
          <a:ext cx="10483850" cy="4721225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786765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Keyword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Avg Position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Search Volume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CTR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Comment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74165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sports betting odds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8.2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40 K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3 %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Big volume but low rank → optimize content + links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live football scores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7.5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35 K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4 %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Strong potential if ranking improves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74165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online betting bonus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9.0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30 K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2.7 %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Competitors ahead → needs backlinks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Competitor Gap Summary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61390" y="1691640"/>
            <a:ext cx="10392410" cy="437769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30 % of keywords where competitors rank higher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Gap mostly in “bonus”, “predictions”, “odds” clusters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Competitors benefit from higher domain authority and fresher content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Business Recommendations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07110" y="169068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Action Plan &amp; Expected Impact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05840" y="2286635"/>
          <a:ext cx="10332720" cy="373253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373380">
                <a:tc>
                  <a:txBody>
                    <a:bodyPr/>
                    <a:p>
                      <a:r>
                        <a:rPr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Priority</a:t>
                      </a:r>
                      <a:endParaRPr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Area</a:t>
                      </a:r>
                      <a:endParaRPr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Recommendation</a:t>
                      </a:r>
                      <a:endParaRPr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Expected Impact</a:t>
                      </a:r>
                      <a:endParaRPr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67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1️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Content Optimization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Update and expand pages for high-volume keywords (rank &gt; 5)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Higher CTR and top 3 visibility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67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2️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Technical SEO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Improve page speed + mobile friendliness on high-impression pages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Better user experience → CTR ↑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9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3️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Backlinks &amp; Authority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Target links for pages where competitors lead (“bonus”, “predictions”)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Close ranking gap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4️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Localization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Expand Italian and Brazilian content clusters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Regional traffic growth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67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5️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Keyword Expansion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Build new clusters around “live scores”, “odds”, “betting tips”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Long-term traffic increase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25" y="606425"/>
            <a:ext cx="10595610" cy="59601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0" y="165735"/>
            <a:ext cx="11173460" cy="6285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" y="365125"/>
            <a:ext cx="10932795" cy="61499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8*312"/>
  <p:tag name="TABLE_ENDDRAG_RECT" val="46*115*858*312"/>
</p:tagLst>
</file>

<file path=ppt/tags/tag2.xml><?xml version="1.0" encoding="utf-8"?>
<p:tagLst xmlns:p="http://schemas.openxmlformats.org/presentationml/2006/main">
  <p:tag name="TABLE_ENDDRAG_ORIGIN_RECT" val="907*357"/>
  <p:tag name="TABLE_ENDDRAG_RECT" val="20*115*907*357"/>
</p:tagLst>
</file>

<file path=ppt/tags/tag3.xml><?xml version="1.0" encoding="utf-8"?>
<p:tagLst xmlns:p="http://schemas.openxmlformats.org/presentationml/2006/main">
  <p:tag name="TABLE_ENDDRAG_ORIGIN_RECT" val="825*256"/>
  <p:tag name="TABLE_ENDDRAG_RECT" val="67*230*825*256"/>
</p:tagLst>
</file>

<file path=ppt/tags/tag4.xml><?xml version="1.0" encoding="utf-8"?>
<p:tagLst xmlns:p="http://schemas.openxmlformats.org/presentationml/2006/main">
  <p:tag name="TABLE_ENDDRAG_ORIGIN_RECT" val="825*295"/>
  <p:tag name="TABLE_ENDDRAG_RECT" val="67*178*825*29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2083</Words>
  <Application>WPS Presentation</Application>
  <PresentationFormat>Widescreen</PresentationFormat>
  <Paragraphs>180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SEO Performance Analysis</vt:lpstr>
      <vt:lpstr>SEO Performance Analysis — Methodology</vt:lpstr>
      <vt:lpstr>Key Insights and Performance Highlights</vt:lpstr>
      <vt:lpstr>Top Keywords &amp; Opportunities</vt:lpstr>
      <vt:lpstr>Competitor Gap Summary</vt:lpstr>
      <vt:lpstr>Business Recommendations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KING</dc:creator>
  <cp:lastModifiedBy>KING</cp:lastModifiedBy>
  <cp:revision>4</cp:revision>
  <dcterms:created xsi:type="dcterms:W3CDTF">2025-07-23T00:59:00Z</dcterms:created>
  <dcterms:modified xsi:type="dcterms:W3CDTF">2025-11-09T11:35:46Z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5C2F533A3F2040858CA84608D019DE8B_11</vt:lpwstr>
  </property>
  <property fmtid="{D5CDD505-2E9C-101B-9397-08002B2CF9AE}" pid="3" name="KSOProductBuildVer">
    <vt:lpwstr>1033-12.2.0.23155</vt:lpwstr>
  </property>
</Properties>
</file>